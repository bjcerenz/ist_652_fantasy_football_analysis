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b719ea7e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b719ea7e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ab719ea7e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ab719ea7e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ab719ea7ec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ab719ea7ec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ab719ea7ec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ab719ea7ec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b719ea7ec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ab719ea7ec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abad8e3d2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abad8e3d2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abad8e3d23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abad8e3d23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abad8e3d23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abad8e3d23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abad8e3d23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abad8e3d23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abad8e3d23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abad8e3d23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abad8e3d23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abad8e3d23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abad8e3d23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abad8e3d23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abad8e3d23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abad8e3d23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ab719ea7ec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ab719ea7ec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ab719ea7e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ab719ea7e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ab9d437f09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ab9d437f09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ab9d437f09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ab9d437f09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ab9d437f09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ab9d437f09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ab9d437f09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ab9d437f09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ab9d437f09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ab9d437f09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ab9d437f09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ab9d437f09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abad8e3d23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abad8e3d23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ab9d437f0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ab9d437f0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abad8e3d23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abad8e3d23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Relationship Id="rId4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3.png"/><Relationship Id="rId6" Type="http://schemas.openxmlformats.org/officeDocument/2006/relationships/image" Target="../media/image2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Relationship Id="rId4" Type="http://schemas.openxmlformats.org/officeDocument/2006/relationships/image" Target="../media/image1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Fantasy Football Performance Analysis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Aaron Rofe, Dylan Stafeil, Brett Cerenzio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Simple Overview of Fantasy Football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-"/>
            </a:pPr>
            <a:r>
              <a:rPr lang="en">
                <a:solidFill>
                  <a:srgbClr val="000000"/>
                </a:solidFill>
              </a:rPr>
              <a:t>Fantasy football is a game where users act as “team managers” and draft lineups of real NFL players.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-"/>
            </a:pPr>
            <a:r>
              <a:rPr lang="en">
                <a:solidFill>
                  <a:srgbClr val="000000"/>
                </a:solidFill>
              </a:rPr>
              <a:t>Each week, players </a:t>
            </a:r>
            <a:r>
              <a:rPr lang="en">
                <a:solidFill>
                  <a:srgbClr val="000000"/>
                </a:solidFill>
              </a:rPr>
              <a:t>receive</a:t>
            </a:r>
            <a:r>
              <a:rPr lang="en">
                <a:solidFill>
                  <a:srgbClr val="000000"/>
                </a:solidFill>
              </a:rPr>
              <a:t> fantasy points based on real-world stats such as: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-"/>
            </a:pPr>
            <a:r>
              <a:rPr lang="en">
                <a:solidFill>
                  <a:srgbClr val="000000"/>
                </a:solidFill>
              </a:rPr>
              <a:t>Passing yards and touchdowns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-"/>
            </a:pPr>
            <a:r>
              <a:rPr lang="en">
                <a:solidFill>
                  <a:srgbClr val="000000"/>
                </a:solidFill>
              </a:rPr>
              <a:t>r</a:t>
            </a:r>
            <a:r>
              <a:rPr lang="en">
                <a:solidFill>
                  <a:srgbClr val="000000"/>
                </a:solidFill>
              </a:rPr>
              <a:t>ushing/receiving yards and touchdowns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-"/>
            </a:pPr>
            <a:r>
              <a:rPr lang="en">
                <a:solidFill>
                  <a:srgbClr val="000000"/>
                </a:solidFill>
              </a:rPr>
              <a:t>Receptions (PPR Scoring - players earn a point for each catch made)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-"/>
            </a:pPr>
            <a:r>
              <a:rPr lang="en">
                <a:solidFill>
                  <a:srgbClr val="000000"/>
                </a:solidFill>
              </a:rPr>
              <a:t>Defensive and kicking stats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-"/>
            </a:pPr>
            <a:r>
              <a:rPr lang="en">
                <a:solidFill>
                  <a:srgbClr val="000000"/>
                </a:solidFill>
              </a:rPr>
              <a:t>Managers compete by scoring more points than their opponent in their own </a:t>
            </a:r>
            <a:r>
              <a:rPr lang="en">
                <a:solidFill>
                  <a:srgbClr val="000000"/>
                </a:solidFill>
              </a:rPr>
              <a:t>league</a:t>
            </a:r>
            <a:r>
              <a:rPr lang="en">
                <a:solidFill>
                  <a:srgbClr val="000000"/>
                </a:solidFill>
              </a:rPr>
              <a:t> each week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Analyze Fantasy Football Data?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Fantasy football relies heavily on: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">
                <a:solidFill>
                  <a:schemeClr val="dk1"/>
                </a:solidFill>
              </a:rPr>
              <a:t>Players projected points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">
                <a:solidFill>
                  <a:schemeClr val="dk1"/>
                </a:solidFill>
              </a:rPr>
              <a:t>Week-to-week performance variability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">
                <a:solidFill>
                  <a:schemeClr val="dk1"/>
                </a:solidFill>
              </a:rPr>
              <a:t>injury/bye week impacts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">
                <a:solidFill>
                  <a:schemeClr val="dk1"/>
                </a:solidFill>
              </a:rPr>
              <a:t>Aging curves and career arcs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">
                <a:solidFill>
                  <a:schemeClr val="dk1"/>
                </a:solidFill>
              </a:rPr>
              <a:t>A player’s own teammates and opponent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Our project explores whether projections are accurate, which players/positions are most consistent, how performance changes under different conditions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9" name="Google Shape;69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We collected our data from the Sleeper API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Dataset was player-week observations from 2018-2024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Dataset with all players included as ~79,000 rows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Columns include: 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">
                <a:solidFill>
                  <a:schemeClr val="dk1"/>
                </a:solidFill>
              </a:rPr>
              <a:t>Player info: Player ID, name, team, age, position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">
                <a:solidFill>
                  <a:schemeClr val="dk1"/>
                </a:solidFill>
              </a:rPr>
              <a:t>Weekly stats: passing yards/TDs, rushing yards/TDs, receiving </a:t>
            </a:r>
            <a:r>
              <a:rPr lang="en">
                <a:solidFill>
                  <a:schemeClr val="dk1"/>
                </a:solidFill>
              </a:rPr>
              <a:t>yards/TDs, receptions, defensive and kicking stats 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">
                <a:solidFill>
                  <a:schemeClr val="dk1"/>
                </a:solidFill>
              </a:rPr>
              <a:t>Fantasy scoring: PPR points and projected PPR points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">
                <a:solidFill>
                  <a:schemeClr val="dk1"/>
                </a:solidFill>
              </a:rPr>
              <a:t>Season and week indicators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6" name="Google Shape;76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Cleaning</a:t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To prepare the dataset, we: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">
                <a:solidFill>
                  <a:schemeClr val="dk1"/>
                </a:solidFill>
              </a:rPr>
              <a:t>Removed data on </a:t>
            </a:r>
            <a:r>
              <a:rPr lang="en">
                <a:solidFill>
                  <a:schemeClr val="dk1"/>
                </a:solidFill>
              </a:rPr>
              <a:t>unnecessary</a:t>
            </a:r>
            <a:r>
              <a:rPr lang="en">
                <a:solidFill>
                  <a:schemeClr val="dk1"/>
                </a:solidFill>
              </a:rPr>
              <a:t> scoring formats (standard, half-PPR)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">
                <a:solidFill>
                  <a:schemeClr val="dk1"/>
                </a:solidFill>
              </a:rPr>
              <a:t>Filtered out players with less than 5 projected points for the week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">
                <a:solidFill>
                  <a:schemeClr val="dk1"/>
                </a:solidFill>
              </a:rPr>
              <a:t>Merged in player birthdate to calculate their ages for aging curve analysis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">
                <a:solidFill>
                  <a:schemeClr val="dk1"/>
                </a:solidFill>
              </a:rPr>
              <a:t>Positions kept: QB, RB, WR, TE, K, DEF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Final dataset has ~30,000 rows</a:t>
            </a:r>
            <a:r>
              <a:rPr lang="en"/>
              <a:t> </a:t>
            </a:r>
            <a:endParaRPr/>
          </a:p>
        </p:txBody>
      </p:sp>
      <p:sp>
        <p:nvSpPr>
          <p:cNvPr id="83" name="Google Shape;8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</a:t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>
                <a:solidFill>
                  <a:schemeClr val="dk1"/>
                </a:solidFill>
              </a:rPr>
              <a:t>Which positions contribute the most consistent fantasy points per week? Which positions perform most consistently to their projections?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>
                <a:solidFill>
                  <a:schemeClr val="dk1"/>
                </a:solidFill>
              </a:rPr>
              <a:t>Which players outperform projections most often?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>
                <a:solidFill>
                  <a:schemeClr val="dk1"/>
                </a:solidFill>
              </a:rPr>
              <a:t>Are there seasonal trends in fantasy scoring (e.g., higher scoring in later weeks)?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>
                <a:solidFill>
                  <a:schemeClr val="dk1"/>
                </a:solidFill>
              </a:rPr>
              <a:t>How are players affected coming off an absence (injury/bye week)?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>
                <a:solidFill>
                  <a:schemeClr val="dk1"/>
                </a:solidFill>
              </a:rPr>
              <a:t>How well does previous season fantasy points project next season’s fantasy points? Are there specific stats that project this better than others?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>
                <a:solidFill>
                  <a:schemeClr val="dk1"/>
                </a:solidFill>
              </a:rPr>
              <a:t>How do projections adjust for performance from the previous week? Are they over-adjusting or under-adjusting? 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>
                <a:solidFill>
                  <a:schemeClr val="dk1"/>
                </a:solidFill>
              </a:rPr>
              <a:t>Aging curve for fantasy projections and outcomes. How does age affect performance and projections?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90" name="Google Shape;9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Which positions contribute the most consistent fantasy points per week?</a:t>
            </a:r>
            <a:endParaRPr sz="2000"/>
          </a:p>
        </p:txBody>
      </p:sp>
      <p:sp>
        <p:nvSpPr>
          <p:cNvPr id="96" name="Google Shape;9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7" name="Google Shape;9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99000" y="975125"/>
            <a:ext cx="5933308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9"/>
          <p:cNvSpPr txBox="1"/>
          <p:nvPr/>
        </p:nvSpPr>
        <p:spPr>
          <a:xfrm>
            <a:off x="132425" y="1146000"/>
            <a:ext cx="2701200" cy="3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Coefficient of Variation  = st. dev / mean for each player.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QB’s are the most consistent performers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Defense performance varies the most, but variation is pretty consistent across all defenses.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WR, RB, and TE have the widest range of variation.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Which positions perform most consistently to projections?</a:t>
            </a:r>
            <a:endParaRPr/>
          </a:p>
        </p:txBody>
      </p:sp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311700" y="1152475"/>
            <a:ext cx="2680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On average, QB’s underperform projections.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All other positions perform pretty </a:t>
            </a:r>
            <a:r>
              <a:rPr lang="en" sz="1500">
                <a:solidFill>
                  <a:schemeClr val="dk1"/>
                </a:solidFill>
              </a:rPr>
              <a:t>consistently to their projections, on average.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105" name="Google Shape;10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6" name="Google Shape;10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52125" y="1166920"/>
            <a:ext cx="5255529" cy="33406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Which players outperform projections most often? QB</a:t>
            </a:r>
            <a:endParaRPr/>
          </a:p>
        </p:txBody>
      </p:sp>
      <p:sp>
        <p:nvSpPr>
          <p:cNvPr id="112" name="Google Shape;11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3" name="Google Shape;11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1" y="1097900"/>
            <a:ext cx="4260301" cy="3712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1999" y="1134014"/>
            <a:ext cx="4449150" cy="36196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Which players outperform projections most often? RB</a:t>
            </a:r>
            <a:endParaRPr/>
          </a:p>
        </p:txBody>
      </p:sp>
      <p:pic>
        <p:nvPicPr>
          <p:cNvPr id="120" name="Google Shape;12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725" y="1170125"/>
            <a:ext cx="4441275" cy="38290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28409" y="1170125"/>
            <a:ext cx="4431951" cy="3666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Which players outperform projections most often? WR</a:t>
            </a:r>
            <a:endParaRPr/>
          </a:p>
        </p:txBody>
      </p:sp>
      <p:sp>
        <p:nvSpPr>
          <p:cNvPr id="127" name="Google Shape;127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8" name="Google Shape;12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55680"/>
            <a:ext cx="4419599" cy="37624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170125"/>
            <a:ext cx="4351301" cy="36801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4"/>
          <p:cNvSpPr txBox="1"/>
          <p:nvPr>
            <p:ph type="title"/>
          </p:nvPr>
        </p:nvSpPr>
        <p:spPr>
          <a:xfrm>
            <a:off x="152400" y="2139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Which players outperform projections most often? TE</a:t>
            </a:r>
            <a:endParaRPr/>
          </a:p>
        </p:txBody>
      </p:sp>
      <p:sp>
        <p:nvSpPr>
          <p:cNvPr id="135" name="Google Shape;135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6" name="Google Shape;13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47338"/>
            <a:ext cx="4419600" cy="400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85675" y="1047350"/>
            <a:ext cx="4469425" cy="3955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Which players outperform projections most often? K</a:t>
            </a:r>
            <a:endParaRPr/>
          </a:p>
        </p:txBody>
      </p:sp>
      <p:sp>
        <p:nvSpPr>
          <p:cNvPr id="143" name="Google Shape;143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4" name="Google Shape;14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175" y="975100"/>
            <a:ext cx="4296831" cy="3820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03300" y="1063925"/>
            <a:ext cx="4255475" cy="3732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10175" y="196525"/>
            <a:ext cx="1131575" cy="82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141298" y="90375"/>
            <a:ext cx="469325" cy="308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Which players outperform projections most often? DEF</a:t>
            </a:r>
            <a:endParaRPr/>
          </a:p>
        </p:txBody>
      </p:sp>
      <p:sp>
        <p:nvSpPr>
          <p:cNvPr id="153" name="Google Shape;153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4" name="Google Shape;15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6150" y="1065625"/>
            <a:ext cx="3865851" cy="380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4400" y="1170125"/>
            <a:ext cx="3865849" cy="37117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27" title="Screenshot 2025-11-29 at 1.25.26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61392" y="1175148"/>
            <a:ext cx="4682609" cy="3393601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Are there Seasonal Trends in Fantasy Scoring? </a:t>
            </a:r>
            <a:endParaRPr/>
          </a:p>
        </p:txBody>
      </p:sp>
      <p:sp>
        <p:nvSpPr>
          <p:cNvPr id="162" name="Google Shape;162;p27"/>
          <p:cNvSpPr txBox="1"/>
          <p:nvPr>
            <p:ph idx="1" type="body"/>
          </p:nvPr>
        </p:nvSpPr>
        <p:spPr>
          <a:xfrm>
            <a:off x="311700" y="1175150"/>
            <a:ext cx="3999900" cy="3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QBs stay fairly stable throughout the season, slight dip towards end of the season.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Other positions like RB, WR and TE see occasional peaks and valleys throughout the season, minor dip at the end of the season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This dip </a:t>
            </a:r>
            <a:r>
              <a:rPr lang="en">
                <a:solidFill>
                  <a:schemeClr val="dk1"/>
                </a:solidFill>
              </a:rPr>
              <a:t>could be due to injuries, usage, weather, or teams resting starters for the playoffs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3" name="Google Shape;163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are Players Affected off a Injury/Bye Week</a:t>
            </a:r>
            <a:endParaRPr/>
          </a:p>
        </p:txBody>
      </p:sp>
      <p:sp>
        <p:nvSpPr>
          <p:cNvPr id="169" name="Google Shape;169;p28"/>
          <p:cNvSpPr txBox="1"/>
          <p:nvPr>
            <p:ph idx="1" type="body"/>
          </p:nvPr>
        </p:nvSpPr>
        <p:spPr>
          <a:xfrm>
            <a:off x="311700" y="1149775"/>
            <a:ext cx="4006500" cy="3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We see that offensive players coming off an absence have lower fantasy numbers compared to the overall average.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Extra weeks of absence does not benefit player performance.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Defenses have </a:t>
            </a:r>
            <a:r>
              <a:rPr lang="en">
                <a:solidFill>
                  <a:schemeClr val="dk1"/>
                </a:solidFill>
              </a:rPr>
              <a:t>slightly</a:t>
            </a:r>
            <a:r>
              <a:rPr lang="en">
                <a:solidFill>
                  <a:schemeClr val="dk1"/>
                </a:solidFill>
              </a:rPr>
              <a:t> higher performance off a bye week. Indicating extra rest is beneficial for defensive units.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0" name="Google Shape;170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71" name="Google Shape;171;p28" title="Screenshot 2025-12-01 at 10.01.33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7200" y="1431413"/>
            <a:ext cx="4773952" cy="2280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9"/>
          <p:cNvSpPr txBox="1"/>
          <p:nvPr>
            <p:ph type="title"/>
          </p:nvPr>
        </p:nvSpPr>
        <p:spPr>
          <a:xfrm>
            <a:off x="311700" y="287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How well does previous season fantasy points project next season’s fantasy points? Are there specific stats that project this better than others?</a:t>
            </a:r>
            <a:endParaRPr sz="1200"/>
          </a:p>
        </p:txBody>
      </p:sp>
      <p:sp>
        <p:nvSpPr>
          <p:cNvPr id="177" name="Google Shape;177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78" name="Google Shape;178;p29" title="QB Year-to-Year Correlation Matrix.png"/>
          <p:cNvPicPr preferRelativeResize="0"/>
          <p:nvPr/>
        </p:nvPicPr>
        <p:blipFill rotWithShape="1">
          <a:blip r:embed="rId3">
            <a:alphaModFix/>
          </a:blip>
          <a:srcRect b="10" l="0" r="0" t="-1122"/>
          <a:stretch/>
        </p:blipFill>
        <p:spPr>
          <a:xfrm>
            <a:off x="1600888" y="860075"/>
            <a:ext cx="5942226" cy="408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0"/>
          <p:cNvSpPr txBox="1"/>
          <p:nvPr>
            <p:ph type="title"/>
          </p:nvPr>
        </p:nvSpPr>
        <p:spPr>
          <a:xfrm>
            <a:off x="311700" y="287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How well does previous season fantasy points project next season’s fantasy points? Are there specific stats that project this better than others?</a:t>
            </a:r>
            <a:endParaRPr sz="1200"/>
          </a:p>
        </p:txBody>
      </p:sp>
      <p:sp>
        <p:nvSpPr>
          <p:cNvPr id="184" name="Google Shape;184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5" name="Google Shape;185;p30" title="RB Year-to-Year Correlation Matrix.png"/>
          <p:cNvPicPr preferRelativeResize="0"/>
          <p:nvPr/>
        </p:nvPicPr>
        <p:blipFill rotWithShape="1">
          <a:blip r:embed="rId3">
            <a:alphaModFix/>
          </a:blip>
          <a:srcRect b="0" l="583" r="593" t="0"/>
          <a:stretch/>
        </p:blipFill>
        <p:spPr>
          <a:xfrm>
            <a:off x="1600888" y="860075"/>
            <a:ext cx="5942226" cy="40898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1"/>
          <p:cNvSpPr txBox="1"/>
          <p:nvPr>
            <p:ph type="title"/>
          </p:nvPr>
        </p:nvSpPr>
        <p:spPr>
          <a:xfrm>
            <a:off x="311700" y="287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How well does previous season fantasy points project next season’s fantasy points? Are there specific stats that project this better than others?</a:t>
            </a:r>
            <a:endParaRPr sz="1200"/>
          </a:p>
        </p:txBody>
      </p:sp>
      <p:sp>
        <p:nvSpPr>
          <p:cNvPr id="191" name="Google Shape;191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2" name="Google Shape;192;p31" title="WR Year-to-Year Correlation Matrix.png"/>
          <p:cNvPicPr preferRelativeResize="0"/>
          <p:nvPr/>
        </p:nvPicPr>
        <p:blipFill rotWithShape="1">
          <a:blip r:embed="rId3">
            <a:alphaModFix/>
          </a:blip>
          <a:srcRect b="0" l="622" r="622" t="0"/>
          <a:stretch/>
        </p:blipFill>
        <p:spPr>
          <a:xfrm>
            <a:off x="1600888" y="860075"/>
            <a:ext cx="5942226" cy="4089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2"/>
          <p:cNvSpPr txBox="1"/>
          <p:nvPr>
            <p:ph type="title"/>
          </p:nvPr>
        </p:nvSpPr>
        <p:spPr>
          <a:xfrm>
            <a:off x="311700" y="287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How well does previous season fantasy points project next season’s fantasy points? Are there specific stats that project this better than others?</a:t>
            </a:r>
            <a:endParaRPr sz="1200"/>
          </a:p>
        </p:txBody>
      </p:sp>
      <p:sp>
        <p:nvSpPr>
          <p:cNvPr id="198" name="Google Shape;198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9" name="Google Shape;199;p32" title="TE Year-to-Year Correlation Matrix.png"/>
          <p:cNvPicPr preferRelativeResize="0"/>
          <p:nvPr/>
        </p:nvPicPr>
        <p:blipFill rotWithShape="1">
          <a:blip r:embed="rId3">
            <a:alphaModFix/>
          </a:blip>
          <a:srcRect b="0" l="622" r="622" t="0"/>
          <a:stretch/>
        </p:blipFill>
        <p:spPr>
          <a:xfrm>
            <a:off x="1600888" y="860075"/>
            <a:ext cx="5942226" cy="4089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3"/>
          <p:cNvSpPr txBox="1"/>
          <p:nvPr>
            <p:ph type="title"/>
          </p:nvPr>
        </p:nvSpPr>
        <p:spPr>
          <a:xfrm>
            <a:off x="311700" y="287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How well does previous season fantasy points project next season’s fantasy points? Are there specific stats that project this better than others?</a:t>
            </a:r>
            <a:endParaRPr sz="1200"/>
          </a:p>
        </p:txBody>
      </p:sp>
      <p:sp>
        <p:nvSpPr>
          <p:cNvPr id="205" name="Google Shape;205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06" name="Google Shape;206;p33" title="K Year-to-Year Correlation Matrix.png"/>
          <p:cNvPicPr preferRelativeResize="0"/>
          <p:nvPr/>
        </p:nvPicPr>
        <p:blipFill rotWithShape="1">
          <a:blip r:embed="rId3">
            <a:alphaModFix/>
          </a:blip>
          <a:srcRect b="0" l="622" r="622" t="0"/>
          <a:stretch/>
        </p:blipFill>
        <p:spPr>
          <a:xfrm>
            <a:off x="1600888" y="860075"/>
            <a:ext cx="5942226" cy="4089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4"/>
          <p:cNvSpPr txBox="1"/>
          <p:nvPr>
            <p:ph type="title"/>
          </p:nvPr>
        </p:nvSpPr>
        <p:spPr>
          <a:xfrm>
            <a:off x="311700" y="287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How well does previous season fantasy points project next season’s fantasy points? Are there specific stats that project this better than others?</a:t>
            </a:r>
            <a:endParaRPr sz="1200"/>
          </a:p>
        </p:txBody>
      </p:sp>
      <p:sp>
        <p:nvSpPr>
          <p:cNvPr id="212" name="Google Shape;212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13" name="Google Shape;213;p34" title="DEF Year-to-Year Correlation Matrix.png"/>
          <p:cNvPicPr preferRelativeResize="0"/>
          <p:nvPr/>
        </p:nvPicPr>
        <p:blipFill rotWithShape="1">
          <a:blip r:embed="rId3">
            <a:alphaModFix/>
          </a:blip>
          <a:srcRect b="0" l="554" r="554" t="0"/>
          <a:stretch/>
        </p:blipFill>
        <p:spPr>
          <a:xfrm>
            <a:off x="1600888" y="860075"/>
            <a:ext cx="5942226" cy="408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120"/>
              <a:t>How do projections adjust to performances from the previous week?</a:t>
            </a:r>
            <a:endParaRPr sz="2120"/>
          </a:p>
        </p:txBody>
      </p:sp>
      <p:sp>
        <p:nvSpPr>
          <p:cNvPr id="219" name="Google Shape;219;p35"/>
          <p:cNvSpPr txBox="1"/>
          <p:nvPr>
            <p:ph idx="1" type="body"/>
          </p:nvPr>
        </p:nvSpPr>
        <p:spPr>
          <a:xfrm>
            <a:off x="311700" y="1152475"/>
            <a:ext cx="3020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WR and RB are the positions whose projections are adjusted the most based on week-to-week performance.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QB, RB, WR, and TE projections all increase with a good performance in the </a:t>
            </a:r>
            <a:r>
              <a:rPr lang="en" sz="1400">
                <a:solidFill>
                  <a:schemeClr val="dk1"/>
                </a:solidFill>
              </a:rPr>
              <a:t>previous week.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K and DEF projection changes have no such pattern, indicating that projections for these positions are more matchup-based. 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220" name="Google Shape;220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1" name="Google Shape;22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11750" y="1152475"/>
            <a:ext cx="5420557" cy="34907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Aging curve for fantasy projections and outcomes. How does age affect performance and projections?</a:t>
            </a:r>
            <a:endParaRPr sz="1400"/>
          </a:p>
        </p:txBody>
      </p:sp>
      <p:sp>
        <p:nvSpPr>
          <p:cNvPr id="227" name="Google Shape;227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8" name="Google Shape;228;p36" title="aging_curv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68500" y="956650"/>
            <a:ext cx="6201851" cy="3706575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36"/>
          <p:cNvSpPr txBox="1"/>
          <p:nvPr/>
        </p:nvSpPr>
        <p:spPr>
          <a:xfrm>
            <a:off x="401900" y="1609338"/>
            <a:ext cx="24666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n" sz="1200">
                <a:solidFill>
                  <a:schemeClr val="dk1"/>
                </a:solidFill>
              </a:rPr>
              <a:t>Projection systems seem to </a:t>
            </a:r>
            <a:r>
              <a:rPr lang="en" sz="1200">
                <a:solidFill>
                  <a:schemeClr val="dk1"/>
                </a:solidFill>
              </a:rPr>
              <a:t>consistently</a:t>
            </a:r>
            <a:r>
              <a:rPr lang="en" sz="1200">
                <a:solidFill>
                  <a:schemeClr val="dk1"/>
                </a:solidFill>
              </a:rPr>
              <a:t> overestimate weekly performance among QBs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n" sz="1200">
                <a:solidFill>
                  <a:schemeClr val="dk1"/>
                </a:solidFill>
              </a:rPr>
              <a:t>RBs are the earliest to peak at around 26-28 before a steep decline in performance by their 30s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n" sz="1200">
                <a:solidFill>
                  <a:schemeClr val="dk1"/>
                </a:solidFill>
              </a:rPr>
              <a:t>WRs Peak at 30 before performance drops off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n" sz="1200">
                <a:solidFill>
                  <a:schemeClr val="dk1"/>
                </a:solidFill>
              </a:rPr>
              <a:t>K stay relatively consistent </a:t>
            </a:r>
            <a:r>
              <a:rPr lang="en" sz="1200">
                <a:solidFill>
                  <a:schemeClr val="dk1"/>
                </a:solidFill>
              </a:rPr>
              <a:t>despite age. 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Overall Takeaways</a:t>
            </a:r>
            <a:endParaRPr/>
          </a:p>
        </p:txBody>
      </p:sp>
      <p:sp>
        <p:nvSpPr>
          <p:cNvPr id="235" name="Google Shape;235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Projection systems seem to do a poor job at projecting QB performance, but QBs also provide the most consistent performance from week-to-week.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Fantasy performance remains consistent as the season progresses across all positions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Bye weeks &amp; injuries seem to </a:t>
            </a:r>
            <a:r>
              <a:rPr lang="en">
                <a:solidFill>
                  <a:schemeClr val="dk1"/>
                </a:solidFill>
              </a:rPr>
              <a:t>slightly</a:t>
            </a:r>
            <a:r>
              <a:rPr lang="en">
                <a:solidFill>
                  <a:schemeClr val="dk1"/>
                </a:solidFill>
              </a:rPr>
              <a:t> hurt performance in every position besides defense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Across all positions, last season fantasy points does the best job of predicting future performance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Projections are more performance-based for WRs &amp; RBs while DEF are more matchup based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RBs &amp; WRs see </a:t>
            </a:r>
            <a:r>
              <a:rPr lang="en">
                <a:solidFill>
                  <a:schemeClr val="dk1"/>
                </a:solidFill>
              </a:rPr>
              <a:t>performance decline by their 30s while QBs &amp; Ks aren’t affected by age as much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36" name="Google Shape;236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